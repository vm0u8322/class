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f3f87691984cc7" /><Relationship Type="http://schemas.openxmlformats.org/officeDocument/2006/relationships/extended-properties" Target="/docProps/app.xml" Id="R153ef99494894e33" /><Relationship Type="http://schemas.openxmlformats.org/officeDocument/2006/relationships/officeDocument" Target="/ppt/presentation.xml" Id="R22faba7fd35a46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3f0c4b5454ee2"/>
  </p:sldMasterIdLst>
  <p:notesMasterIdLst>
    <p:notesMasterId xmlns:r="http://schemas.openxmlformats.org/officeDocument/2006/relationships" r:id="Rc19fb70074b44800"/>
  </p:notesMasterIdLst>
  <p:sldIdLst>
    <p:sldId xmlns:r="http://schemas.openxmlformats.org/officeDocument/2006/relationships" id="256" r:id="R906ddccfa0464745"/>
    <p:sldId xmlns:r="http://schemas.openxmlformats.org/officeDocument/2006/relationships" id="257" r:id="R67e9e1bb56a1449c"/>
    <p:sldId xmlns:r="http://schemas.openxmlformats.org/officeDocument/2006/relationships" id="258" r:id="Rcf1712116b774ca1"/>
    <p:sldId xmlns:r="http://schemas.openxmlformats.org/officeDocument/2006/relationships" id="259" r:id="R1447ef2e11684f17"/>
    <p:sldId xmlns:r="http://schemas.openxmlformats.org/officeDocument/2006/relationships" id="260" r:id="R066af56c3b484d9b"/>
    <p:sldId xmlns:r="http://schemas.openxmlformats.org/officeDocument/2006/relationships" id="261" r:id="R9a69225423ec46bd"/>
    <p:sldId xmlns:r="http://schemas.openxmlformats.org/officeDocument/2006/relationships" id="262" r:id="Ra582568fabfa4981"/>
    <p:sldId xmlns:r="http://schemas.openxmlformats.org/officeDocument/2006/relationships" id="263" r:id="R6291a19c81bc40b1"/>
    <p:sldId xmlns:r="http://schemas.openxmlformats.org/officeDocument/2006/relationships" id="264" r:id="R637df85ab2634cc5"/>
    <p:sldId xmlns:r="http://schemas.openxmlformats.org/officeDocument/2006/relationships" id="265" r:id="R0ef2654ba1b145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4c052094b4516" /><Relationship Type="http://schemas.openxmlformats.org/officeDocument/2006/relationships/slideMaster" Target="/ppt/slideMasters/slideMaster1.xml" Id="Re303f0c4b5454ee2" /><Relationship Type="http://schemas.openxmlformats.org/officeDocument/2006/relationships/notesMaster" Target="/ppt/notesMasters/notesMaster1.xml" Id="Rc19fb70074b44800" /><Relationship Type="http://schemas.openxmlformats.org/officeDocument/2006/relationships/presProps" Target="/ppt/presProps.xml" Id="R9d5ad186bf934f31" /><Relationship Type="http://schemas.openxmlformats.org/officeDocument/2006/relationships/viewProps" Target="/ppt/viewProps.xml" Id="Rd99dfe3266e64310" /><Relationship Type="http://schemas.openxmlformats.org/officeDocument/2006/relationships/tableStyles" Target="/ppt/tableStyles.xml" Id="Ra17d0c8dade94656" /><Relationship Type="http://schemas.openxmlformats.org/officeDocument/2006/relationships/slide" Target="/ppt/slides/slide1.xml" Id="R906ddccfa0464745" /><Relationship Type="http://schemas.openxmlformats.org/officeDocument/2006/relationships/slide" Target="/ppt/slides/slide2.xml" Id="R67e9e1bb56a1449c" /><Relationship Type="http://schemas.openxmlformats.org/officeDocument/2006/relationships/slide" Target="/ppt/slides/slide3.xml" Id="Rcf1712116b774ca1" /><Relationship Type="http://schemas.openxmlformats.org/officeDocument/2006/relationships/slide" Target="/ppt/slides/slide4.xml" Id="R1447ef2e11684f17" /><Relationship Type="http://schemas.openxmlformats.org/officeDocument/2006/relationships/slide" Target="/ppt/slides/slide5.xml" Id="R066af56c3b484d9b" /><Relationship Type="http://schemas.openxmlformats.org/officeDocument/2006/relationships/slide" Target="/ppt/slides/slide6.xml" Id="R9a69225423ec46bd" /><Relationship Type="http://schemas.openxmlformats.org/officeDocument/2006/relationships/slide" Target="/ppt/slides/slide7.xml" Id="Ra582568fabfa4981" /><Relationship Type="http://schemas.openxmlformats.org/officeDocument/2006/relationships/slide" Target="/ppt/slides/slide8.xml" Id="R6291a19c81bc40b1" /><Relationship Type="http://schemas.openxmlformats.org/officeDocument/2006/relationships/slide" Target="/ppt/slides/slide9.xml" Id="R637df85ab2634cc5" /><Relationship Type="http://schemas.openxmlformats.org/officeDocument/2006/relationships/slide" Target="/ppt/slides/slide10.xml" Id="R0ef2654ba1b145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77b913e17e49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909b6dc5cb447f" /><Relationship Type="http://schemas.openxmlformats.org/officeDocument/2006/relationships/notesMaster" Target="/ppt/notesMasters/notesMaster1.xml" Id="R5f1ce51127a14c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a5427602fc4c29" /><Relationship Type="http://schemas.openxmlformats.org/officeDocument/2006/relationships/notesMaster" Target="/ppt/notesMasters/notesMaster1.xml" Id="R95424d31d10e4e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7226a9757e4fd5" /><Relationship Type="http://schemas.openxmlformats.org/officeDocument/2006/relationships/notesMaster" Target="/ppt/notesMasters/notesMaster1.xml" Id="R17efd8bfa27e4c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8ad4ce8c8e482e" /><Relationship Type="http://schemas.openxmlformats.org/officeDocument/2006/relationships/notesMaster" Target="/ppt/notesMasters/notesMaster1.xml" Id="Rca90fcdb1ca44d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505124b48c4ad2" /><Relationship Type="http://schemas.openxmlformats.org/officeDocument/2006/relationships/notesMaster" Target="/ppt/notesMasters/notesMaster1.xml" Id="Rc26d7c8ac44e4d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8480d4ae0f49d0" /><Relationship Type="http://schemas.openxmlformats.org/officeDocument/2006/relationships/notesMaster" Target="/ppt/notesMasters/notesMaster1.xml" Id="Rae4ee448d2654b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9734120e6443b7" /><Relationship Type="http://schemas.openxmlformats.org/officeDocument/2006/relationships/notesMaster" Target="/ppt/notesMasters/notesMaster1.xml" Id="Rc9b21259c40440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da444160f64104" /><Relationship Type="http://schemas.openxmlformats.org/officeDocument/2006/relationships/notesMaster" Target="/ppt/notesMasters/notesMaster1.xml" Id="Raf18ce9b310a42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518e22075e42b7" /><Relationship Type="http://schemas.openxmlformats.org/officeDocument/2006/relationships/notesMaster" Target="/ppt/notesMasters/notesMaster1.xml" Id="R1f43eda587c041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2cc574b8394977" /><Relationship Type="http://schemas.openxmlformats.org/officeDocument/2006/relationships/notesMaster" Target="/ppt/notesMasters/notesMaster1.xml" Id="R74d22bce503d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4c7dea7a941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e0ebc352c0445d" /><Relationship Type="http://schemas.openxmlformats.org/officeDocument/2006/relationships/slideLayout" Target="/ppt/slideLayouts/slideLayout1.xml" Id="R5d48cd90fcae43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8cd90fcae43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b95b5af054ee4" /><Relationship Type="http://schemas.openxmlformats.org/officeDocument/2006/relationships/image" Target="/ppt/media/image.png" Id="Rddd5c5e56a6d47e9" /><Relationship Type="http://schemas.openxmlformats.org/officeDocument/2006/relationships/notesSlide" Target="/ppt/notesSlides/notesSlide1.xml" Id="Rf1dcec52826248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d27af36a94442" /><Relationship Type="http://schemas.openxmlformats.org/officeDocument/2006/relationships/notesSlide" Target="/ppt/notesSlides/notesSlide2.xml" Id="R18a27376240e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c473acf034ca6" /><Relationship Type="http://schemas.openxmlformats.org/officeDocument/2006/relationships/notesSlide" Target="/ppt/notesSlides/notesSlide3.xml" Id="R3b684bfefd434c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6465057964d0b" /><Relationship Type="http://schemas.openxmlformats.org/officeDocument/2006/relationships/notesSlide" Target="/ppt/notesSlides/notesSlide4.xml" Id="R53642180ef5e45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4d95ae35b4be8" /><Relationship Type="http://schemas.openxmlformats.org/officeDocument/2006/relationships/image" Target="/ppt/media/image2.png" Id="R785eb2f1a9564e59" /><Relationship Type="http://schemas.openxmlformats.org/officeDocument/2006/relationships/notesSlide" Target="/ppt/notesSlides/notesSlide5.xml" Id="Raa99827d312842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8f803a3a04323" /><Relationship Type="http://schemas.openxmlformats.org/officeDocument/2006/relationships/notesSlide" Target="/ppt/notesSlides/notesSlide6.xml" Id="Rb432b6da8cff46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dd6d5b93b4f26" /><Relationship Type="http://schemas.openxmlformats.org/officeDocument/2006/relationships/notesSlide" Target="/ppt/notesSlides/notesSlide7.xml" Id="Rc8d459d1df404a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d1830f23e4324" /><Relationship Type="http://schemas.openxmlformats.org/officeDocument/2006/relationships/notesSlide" Target="/ppt/notesSlides/notesSlide8.xml" Id="Rb0af2766844442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5da87e116436e" /><Relationship Type="http://schemas.openxmlformats.org/officeDocument/2006/relationships/image" Target="/ppt/media/image3.png" Id="R64ec14795a754c27" /><Relationship Type="http://schemas.openxmlformats.org/officeDocument/2006/relationships/notesSlide" Target="/ppt/notesSlides/notesSlide9.xml" Id="R64c0ec0007f942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04cec355f4c96" /><Relationship Type="http://schemas.openxmlformats.org/officeDocument/2006/relationships/notesSlide" Target="/ppt/notesSlides/notesSlide10.xml" Id="R026338904c9d47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B9D110-D8B9-40A1-A697-85E3286B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5D0BB-7F58-4981-B982-8F7D7701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1E3FB-6429-4198-ADC5-8D73FEC5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B3696-A745-4567-AD01-93F69E6D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Schedule-driven intelligent class file 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DFDA0-C1E9-4145-A020-4AC55226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Turn scattered lecture photos, PDFs, recordings, and timetable text into course-based study context with VaultSage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3E1C3-12DD-4ACF-B57E-F4D5E62F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90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6E4D6-09E7-4B7C-BD4F-7C58FF54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API-first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5E01D-FBFD-4A7B-8028-F5286DE0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AI timetable parsing + Q&amp;A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5F244-5A81-4456-B4DB-9203D191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2900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EBD1E-AC8D-47B7-802C-71F3B0D9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00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Privacy-aware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C4EEE-BA84-4448-B644-1240158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48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Local browser storage first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5c5e56a6d47e9"/>
          <a:stretch xmlns:a="http://schemas.openxmlformats.org/drawingml/2006/main"/>
        </p:blipFill>
        <p:spPr>
          <a:xfrm xmlns:a="http://schemas.openxmlformats.org/drawingml/2006/main">
            <a:off x="6191250" y="666750"/>
            <a:ext cx="5334000" cy="3429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636EB-9DED-453E-8881-EB3C0617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Live demo: https://vm0u832-mochiclass.hf.space/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57354-82FF-42CD-9F60-13F78281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| VaultSage API Submission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87E14-236B-4913-B70D-0E4DDF39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7143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442A3C-DC64-4562-9BEE-C6AE341A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BCFAD-D1EF-4B72-A10F-BE63B71F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Students collect everything, but context disappears.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013E4-2631-4722-95E6-E728CA0C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 normal week produces many files, but most tools organize by filename, not by class moment.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D18E3-75AD-43E0-9637-7FD53794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FF6EC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03E3D-AFED-4E19-A4A9-896D79DC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Lecture photos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9FFE6-5703-4E1D-A892-19E9A774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Whiteboards and slides are captured quickly, often with random camera names.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BA551-91E7-4E6F-923D-6AA42DBC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CDFB0-4468-46B0-999B-ED99B81E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Handouts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9822B-583E-4614-9957-1848BFD9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PDFs are useful, but disconnected from the actual class session.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59B4F-C957-4FBE-AC5E-93B587A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86FCD-B010-41B9-990E-BAC09294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Recordings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2AD0E-47E5-4308-A7FF-22B7D145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Audio contains context, but is hard to search during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ED485-7D78-4F2C-AA4A-5BC2F595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435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The missing layer is not another notebook. It is course-aware file management.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C6D96-4D2B-45C0-B45D-3DD4E3DC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| VaultSage API Submission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BECE0-2F7F-4DD9-8677-2F6F543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5344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9305F-50E3-40B2-8899-8C489241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0463E-5ED7-4743-A73E-73A60326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uses the timetable as the organizing interface.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8349D-AF1F-4E37-A2A1-612A3F2B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Users type or paste a timetable, upload real files, then click a course to see the related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DABAB-0315-42F7-9136-2A1A6748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43065-CB39-4D83-A52D-596268B9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43918-AAB5-4C85-A859-E0D4CBBA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Parse timetable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BAA8B-08B8-470B-A4CC-E666FC0F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VaultSage API reads messy text and structures courses.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A290B-F906-4C37-A1C2-A9C8DC7A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68C7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41162-2842-4985-A12D-95F732B0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527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C3B41-22FA-4221-A1FB-D1F5819D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432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26AC7-BD25-4FE9-9658-257D6C85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Upload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B7002-C10B-472B-AB04-EEA09A74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147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PDF, images, audio, and notes enter a processing queue.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03D25-DAAC-41F9-8910-114FF23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2900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68C7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27638-48B8-46C9-A52F-ED0FF6BE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D6C06-B0A8-4540-9A5B-27877D59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324D7-D4BD-4DCF-B17C-6733EEAF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Match by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49C13-99C6-41A3-B405-7A977C8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147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Time, OCR, transcript, and keywords map files to courses.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AAA42-A906-47BA-AFB6-3F9218EB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68C7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A8B2B-E75A-4AB1-8947-87CAB6C5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527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62A21-4906-4D2C-809C-54FDC93E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432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50932-E1CC-4468-8567-560A5CFA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81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Ask &amp;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A717C-5E90-45AF-98F8-95775CF1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3147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Course Q&amp;A and one-click ZIP download.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FCB18-BC6B-44ED-8205-E06A8209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| VaultSage API Submission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09B3F-5138-4C5D-9263-3D176744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6539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A77E95-82C0-47D7-B936-201E2767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VAULTSAGE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1BB76-B2D8-4FA9-8094-24FFA71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The API is the intelligence layer, not just a chat box.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07AA8-91F6-4066-B153-03650F6A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uses VaultSage for AI parsing, file sync, retrieval-grounded Q&amp;A, and course-aware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E8208-70CA-4023-B214-B4C27695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568E4-8429-47BF-BDBC-5671717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Browser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D1E3F-E60A-4C6F-8F15-8BAF0AA2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Timetable, uploads, local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82150-7A13-4517-B6EF-00C6ED8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8612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68C7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5F496-A7BD-4415-9809-08E6F45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425DD-7485-4EB2-9F2A-224AAEC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38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F1093-18CA-42AA-9DBC-99C5EF2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38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API key, OCR, speech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D67B5-B277-4E0B-9B9B-B2833E57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8612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68C7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CD611-68AF-4568-AC75-5081B07D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168C7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7D002-6D64-437D-AAC2-650BE52D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VaultSage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3F922-6E54-4708-B331-1929F018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Directories, files, chat,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CEDF5-1DAB-4D6C-96EC-CBB6EED2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8612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68C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018C9-6C0C-4D2A-83E8-2DBD42F3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71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62681-5436-4F30-9214-5B3B4794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38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Course 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D26C0-C3C8-4167-B603-6D8171D6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38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Grounded summary by class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490B6-287C-42D8-996F-3451E647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8C6B6D-EAB4-4EF2-8595-6A797DD2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Timetable parsing: unstructured text → structured course sessions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04A03-B28D-4732-BFD7-59F3C1D6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11230-FEC9-4DC5-9847-85FB5DA9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530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Course Q&amp;A: OCR/transcripts + VaultSage retrieval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59015-2190-4B42-BB50-89B62B8C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| VaultSage API Submission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0D6F8-0AF2-4EA2-9B87-334C9DAC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198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C8715-25C2-417E-BBA9-60BA9653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PRODUCT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4E790-0291-486F-958E-1BAEE11F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The interface is built around a student’s real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245EA-892E-4D2B-B07B-44E4E51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 course click reveals related handouts, photos, recordings, and an answer box above the fold.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eb2f1a9564e59"/>
          <a:stretch xmlns:a="http://schemas.openxmlformats.org/drawingml/2006/main"/>
        </p:blipFill>
        <p:spPr>
          <a:xfrm xmlns:a="http://schemas.openxmlformats.org/drawingml/2006/main">
            <a:off x="685800" y="2143125"/>
            <a:ext cx="7239000" cy="3762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964DD-DFCE-4FFA-BD90-4A052F30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7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C4AD5-8633-406A-B97D-A4087F7B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Course-first navigation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B6695-6F8E-4E80-8D8E-43767847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Timetable as file manager.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F27E5-A8CF-4BEC-87C0-8A581A48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246BF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38BAC-2ADB-4B1E-83D6-C9F3F5F2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Visible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6833D-44AB-4665-97AF-2C97773C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Progress and counts by course.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CC3F1-34A9-410F-AE1D-FE631ACD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5B1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17A9C-2F4E-4D6F-BF41-BDB96FF3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33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Exportable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6AE84-6F15-49E0-ABD6-684ECF3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149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Course media ZIP export.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6C721-90FF-4B33-82CF-1B480E35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| VaultSage API Submission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43BA8-EA6B-44D0-8FF2-2FF11521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8930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7D6CEF-B56A-4AC7-9CB5-33AE449F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13E18-311B-494F-8ABB-7D0F5ECD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 judge can test it in under three minutes.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5B6FC-3039-4B71-A3A1-CC6EFA2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The demo uses real files, not filename tricks, and supports Chinese / English / Korean UI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F641E-B688-4FC1-809B-4367CB04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86B52-D822-4027-940B-304835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669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2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99DA4-82A7-4F01-84B0-5B2C287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Paste timetable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3139C-80F3-4FAF-8083-16B2309E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AI Parse converts schedule text into course blocks.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E45D0-6CA4-454B-9BD8-281B932E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A565A-C644-4507-B0F0-A2093FCD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908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D58DE-BCEE-4186-8460-D67170C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Upload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4FCEB-ADC9-4170-9883-101647FB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194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Lecture PDFs, photos, recordings enter the queue.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8BF23-73E3-446C-A6B8-05BEB02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4330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07360-E86F-41D4-96CC-2FF72E52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F1E30-4460-44E2-B37A-350DF82B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Watch matching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6C8BD-3F55-4381-997B-08AB2BE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433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OCR/transcripts and timestamps assign files to courses.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EDAEC-673B-4095-AB5E-57632F50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A5ECB-4FF5-4393-8CCC-71B14AF0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386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2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A870A-D2BB-403C-A962-5A5A1950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Ask a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3D3D3-A366-4280-8CFE-0F8DC8B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672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VaultSage API answers with course-specific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8032C-B8BD-4B7A-8194-8143907A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110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CC93A-C7C4-4136-973B-177749A6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625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2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1BE78-5AE1-4569-AAC3-F9C23313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720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Download ZIP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D35DF7-150E-4ABA-8DB6-7F77629B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911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Course media can be exported for submission or review.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FBF1C-8791-46A9-991E-2A8AA017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| VaultSage API Submission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65708-62EB-4B06-B9DB-FC1F871A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3688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81F091-D4C8-4257-87F0-AF18843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C82BA-CE9D-46D7-B183-959379D7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focuses on file management before note generation.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DA08F-52B4-48E9-9A2F-E51D169E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It complements AI notebooks by solving the messy input layer: what belongs to which class?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948D9-CCAE-4BD8-891E-3B5DC3A6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Capability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F202F-607A-4BD6-A81D-DE9DE6E9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Generic AI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6F4EE-D32D-4BB4-B61C-766CB0A3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56D81-1812-4687-93FD-5EDD79C7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18382-B60F-4E8E-95B8-1A96BE09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Input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398A6-327E-4082-8A4D-88A5D35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Upload documents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A214E-3ABB-4CB7-B2D5-4637736C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Timetable + documents + photos + recordings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45549-BF81-4BB2-8CEE-D2B1888C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D1649-FEAC-4223-83CA-C2C9CAFD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Organization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5B851-174C-40D1-9D3E-475F66C0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Notebook folders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8D69B-A6E1-461E-945C-3FCD72A5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Automatic course matching by class session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A2617-5420-450C-AD70-7533AD38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4586A-E160-4130-90AB-F8BEE7F1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Student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EB7E3-E495-4F42-9C00-3A99835A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Ask about a corpus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29455-5A1A-41C3-A4C5-779A62D3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Click a class, then ask about that class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310B0-A9EF-45CD-829F-BDDE715A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11B0F-33AB-4B66-A73D-F2457BA3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B6200-AAE1-4675-80F5-32A93714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Generated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ACD74-164E-48CB-BC49-07BDFB5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Course file hub, Q&amp;A, preview, ZIP 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2925D-CAE6-4333-9B47-B0719B4C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| VaultSage API Submission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D4107-D9DB-4C00-9D16-95BAB848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1516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D59015-528C-4EE8-B5AA-9161CE68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PRIVACY &amp;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CBF1E-E714-46D2-8708-FB31696F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The default state lives in the user’s browser.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52CB0-6821-41D2-AC65-33B94FC5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Course data is not centralized in a custom database; API calls happen when AI features need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9056D-3689-48B3-B711-40D8F40E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52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A462E-4E9D-4E2D-A242-F085760A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localStorage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F36F6-9AC4-45E0-B96F-39A5DD3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Timetable, course selection, match state, chat history, language setting.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E6B38-5F3F-496E-85C3-9612E9F6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9525">
            <a:solidFill>
              <a:srgbClr val="D7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A9046-6DAE-4BAD-B0A7-A2B8AB6E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86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IndexedDB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DA1D6-2817-4B37-89E8-FB4765FD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908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Uploaded file blobs such as photos, PDFs, and recordings remain in the browser.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1F5E0-5F22-446C-8DD9-48EFA40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952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7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E9300-3518-4001-A172-BDA0BE0F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VaultSage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4E468-6726-45A7-BB54-54FC41B6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Used for AI parsing, file sync, retrieval, and answer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FC571-8214-4092-83DB-69AA5E6D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Deployment target: Hugging Face Spaces with backend environment variable for the API key.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E2A02-369F-4297-B11B-10643CB1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| VaultSage API Submission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1342F-FD0F-4489-AC29-2C5F58EC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4747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23880-287D-4F75-8464-962F4492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E0D0C-F7FA-4CED-A026-179C6A7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The prototype is already usable; the next step is reliability at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27B13-4E0E-42D2-BB43-08603AF8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The current build supports responsive layout, sample files, OCR, audio summaries, and API-grounded Q&amp;A.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c14795a754c27"/>
          <a:stretch xmlns:a="http://schemas.openxmlformats.org/drawingml/2006/main"/>
        </p:blipFill>
        <p:spPr>
          <a:xfrm xmlns:a="http://schemas.openxmlformats.org/drawingml/2006/main">
            <a:off x="762000" y="2190750"/>
            <a:ext cx="28575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73EEA-AC0D-4F1D-BF8F-2DB5798F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Near term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9FFA0-32A0-4A35-BC15-A0395A86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Clearer processing states, stronger OCR queue feedback, and safer cache reset.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6DC27-0661-4A12-9E94-98641948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5757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Middle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5F2E7-CAB7-42BD-AF85-BD1DBC56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5757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Better multilingual OCR tuning and per-course search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2DDAA-82E0-40BB-9033-1E1AC0ED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815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Long term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37A8C-878A-454A-9161-AC0466CA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Shared class spaces, exportable study packets, and teacher-provided course packs.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7B8C4-201F-4A85-986F-02C6183D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 | VaultSage API Submission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02E88-8702-46E8-8EAB-B94041F4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4675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11CBA1-D4D0-4CBD-835E-8BBE6683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09F8D-2E43-471A-B410-2BF56535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MochiClass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C9EAD-6EB9-4694-94A9-EF279D27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A timetable-driven AI file manager for student class materials.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78214-29C9-407B-B6B5-824E0DBE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Why it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B3F6A-884D-4AAE-8557-8C3DAA8D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B350D-2F33-4F91-8E5C-3370A299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630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Makes messy student files searchable by course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6349C-A68E-4CC5-8299-4196F6C8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13C7B-0A37-4E8E-8E55-06864656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668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Uses VaultSage API for timetable understanding and grounded Q&amp;A.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8FDB2-1863-4ABF-83E3-6EB3A8DF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B8A06-21A2-4979-AA39-52B753E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630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Keeps the main state in the browser for privacy-aware testing.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E3C83-3C94-45AA-B96F-4012DF8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7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7F8DF-6659-42D1-B654-DC854FE8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Test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73F84-5DA6-4F73-9A1F-E1AADFF7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https://vm0u832-mochiclass.hf.space/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7C2C4-8A18-47B7-A9DA-604198D9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GitHub: add repository link in the submission 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5542C-0E80-4EC1-98E5-DF0998FF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11638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2026-06-06T02:34:15.3310000Z</dcterms:created>
  <dcterms:modified xsi:type="dcterms:W3CDTF">2026-06-06T02:34:15.3310000Z</dcterms:modified>
</coreProperties>
</file>